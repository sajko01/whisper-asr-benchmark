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8"/>
  </p:notesMasterIdLst>
  <p:handoutMasterIdLst>
    <p:handoutMasterId r:id="rId9"/>
  </p:handoutMasterIdLst>
  <p:sldIdLst>
    <p:sldId id="1581" r:id="rId2"/>
    <p:sldId id="1658" r:id="rId3"/>
    <p:sldId id="1582" r:id="rId4"/>
    <p:sldId id="1606" r:id="rId5"/>
    <p:sldId id="1659" r:id="rId6"/>
    <p:sldId id="179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A3AC0"/>
    <a:srgbClr val="376092"/>
    <a:srgbClr val="5C4BC5"/>
    <a:srgbClr val="5867F6"/>
    <a:srgbClr val="0A1BBE"/>
    <a:srgbClr val="0066CC"/>
    <a:srgbClr val="081592"/>
    <a:srgbClr val="192EF3"/>
    <a:srgbClr val="2F4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6374" autoAdjust="0"/>
  </p:normalViewPr>
  <p:slideViewPr>
    <p:cSldViewPr>
      <p:cViewPr varScale="1">
        <p:scale>
          <a:sx n="73" d="100"/>
          <a:sy n="73" d="100"/>
        </p:scale>
        <p:origin x="117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18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69BB1-D03D-4AE9-8879-A2C9D24ADD23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2656A-7F69-4A44-87E6-AD76825CE2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629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4FCA0-EB00-4933-A092-B175FFE8760D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F6D8F-52A4-4325-8831-5D637055B7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02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F6D8F-52A4-4325-8831-5D637055B7D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04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altLang="en-US" sz="12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F6D8F-52A4-4325-8831-5D637055B7D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419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altLang="en-US" sz="12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F6D8F-52A4-4325-8831-5D637055B7D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82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F6D8F-52A4-4325-8831-5D637055B7D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50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5DDB-6ADD-4624-9656-54614EA0F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28BA9-CB95-43BF-AD15-FCBDBFB8E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26D9-9B15-4FAF-9468-EC44CE81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ECC14-83E4-4ABA-B113-BC73085E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6574B-AFF9-420F-9EC4-0A2B1EF8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7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0B6F-DDB2-457F-BA89-44B9C5E1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28EB-8E7C-4711-A845-EB8582D25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C10DF-A2C2-4DAA-8737-801D74AA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741B1-9368-4538-B091-21E55275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C8479-926D-4029-86DE-0D8543F1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5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35C6-4921-45AA-94AF-8B09BC082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3BDAC-B8A4-4B32-8259-1CB8A9FB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4D428-D4AE-4F42-9DF7-999EF75F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D29C4-6152-484A-8F67-525967DE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B3648-3616-4E14-8F48-96B1BE4E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9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63AC-11F9-4B77-8137-80F38CBB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CB9B-FA15-470D-ACF3-05A1D6307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50CAD-05B3-4D3E-9EDB-56833E9E7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F32C2-7992-40A0-879D-823A1C0A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D907D-F4C2-4CCC-A29C-6A67BBF8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14098-9488-48E4-BD4E-BF0F2CB0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4917-2E4F-431E-A920-26B3F637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769EB-B6C2-4B43-814E-6E491E658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4DB2C-EFF4-4CFD-B3F2-772054408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95E68-E708-49F7-BF0C-B73750E32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A8B3C-F750-422D-B54F-3130D2390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9A4A0-69DA-4BAD-8C14-D485535B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746929-E43B-494E-8A8F-E5B985E5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98C6F-D29E-4B7F-85E2-B6C3B887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0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8AE2-9055-4E32-B8C1-31CCF2DF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0C6E8-0D36-4622-996B-E896FBB3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F6E70-EBF7-40AB-BD36-2663E263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E4867-0F79-48F1-9615-A5699BB2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3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3DD07-D884-415E-AB3F-2C88C2CC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279F1-2114-42D8-A883-9CA0B37C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242C9-3D4A-4072-9E06-FB4C3166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7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1A03A-C802-41DB-AB64-ADCC1F6D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56A50-BE24-4CFC-9B70-15E21B073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B7026-E6BE-4FCC-AFA2-021F99B98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5CFEC-6A87-4BD8-9E07-F545B68D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7F696-E677-48D3-A19B-37F28890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A53DF-E935-46AC-B494-74E1E5DA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9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583C-7855-407C-909A-8B6867A9E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DBD86-551C-469D-A8B9-696CF9CF8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93428-31C5-49EC-A486-A30B170DD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9533F-D36F-41DD-B70D-11501EFA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85607-4AB8-4FEA-88EE-65F96594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0E375-96A2-4720-BE8B-90F911D0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CB13-19C7-468A-BFC6-95CB7D3E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8DA66-F8A2-4090-A784-D92A505F5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E195A-F6BE-4575-AE69-D6BF9D28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4653C-7727-46C7-A686-B2EB5CC6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54332-552C-4EEC-BAEB-E8956234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4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6B15A-0FFF-4113-B8CD-5229E6F99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7DD32-0D59-48CE-AFE4-8921CA0B9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ED7F8-C643-4B45-8AEF-7065BD17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394DD-C379-4189-AD38-56DDA6EE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896DB-D244-48C4-875C-0AA3C617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9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3FFB0-6C0B-4EAC-96EB-DF7F46AE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35479-CCDD-40B6-A84E-85200C187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92E28-8972-45F6-923E-AA19421A4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6E661-2EB0-4B57-AABC-FE05B4D86A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6A350-E579-40BB-BE0E-4F0F82E92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D98B-8085-49E7-AA05-FFDC323DF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29490-92B9-4214-BE39-2980FDB7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A3A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jelena.nikolic@elfak.ni.ac.rs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1169725" y="139859"/>
            <a:ext cx="69306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sr-Cyrl-R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Универзитет у Нишу</a:t>
            </a:r>
            <a:endParaRPr lang="sr-Latn-RS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sr-Cyrl-R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Електронски факултет</a:t>
            </a:r>
            <a:endParaRPr lang="sr-Latn-RS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464" y="2187835"/>
            <a:ext cx="9144463" cy="118006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152">
              <a:buFont typeface="Times New Roman" pitchFamily="18" charset="0"/>
              <a:buNone/>
              <a:defRPr/>
            </a:pPr>
            <a:r>
              <a:rPr lang="sr-Cyrl-R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-Наслов теме-</a:t>
            </a:r>
            <a:endParaRPr lang="sr-Latn-R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defTabSz="457152">
              <a:buFont typeface="Times New Roman" pitchFamily="18" charset="0"/>
              <a:buNone/>
              <a:defRPr/>
            </a:pPr>
            <a:r>
              <a:rPr lang="sr-Cyrl-R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 и презиме студента, број индекса</a:t>
            </a:r>
            <a:endParaRPr lang="sr-Cyrl-R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88223" y="5877272"/>
            <a:ext cx="2555777" cy="5502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defTabSz="457152">
              <a:buFont typeface="Times New Roman" pitchFamily="18" charset="0"/>
              <a:buNone/>
              <a:defRPr/>
            </a:pPr>
            <a:r>
              <a:rPr lang="sr-Cyrl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Др Јелена Николић</a:t>
            </a:r>
            <a:r>
              <a:rPr lang="sr-Latn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defTabSz="457152">
              <a:buFont typeface="Times New Roman" pitchFamily="18" charset="0"/>
              <a:buNone/>
              <a:defRPr/>
            </a:pPr>
            <a:r>
              <a:rPr lang="sr-Cyrl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редовни професор</a:t>
            </a:r>
            <a:endParaRPr lang="en-GB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008" y="5877272"/>
            <a:ext cx="2987824" cy="321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defTabSz="457152">
              <a:buFont typeface="Times New Roman" pitchFamily="18" charset="0"/>
              <a:buNone/>
              <a:defRPr/>
            </a:pPr>
            <a:r>
              <a:rPr lang="sr-Latn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</a:t>
            </a:r>
            <a:r>
              <a:rPr lang="sr-Cyrl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</a:t>
            </a:r>
            <a:endParaRPr lang="en-GB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CB7F1-ABC6-4E85-8462-2DC0E55E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786" y="-27109"/>
            <a:ext cx="1426679" cy="12765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2DB37E-10E3-453B-9572-E30C25055E47}"/>
              </a:ext>
            </a:extLst>
          </p:cNvPr>
          <p:cNvSpPr txBox="1"/>
          <p:nvPr/>
        </p:nvSpPr>
        <p:spPr>
          <a:xfrm>
            <a:off x="0" y="5076763"/>
            <a:ext cx="9144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152">
              <a:buFont typeface="Times New Roman" pitchFamily="18" charset="0"/>
              <a:buNone/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Курс: Вештачка интелигенција у говорним и аудио технологијама</a:t>
            </a:r>
          </a:p>
        </p:txBody>
      </p:sp>
    </p:spTree>
    <p:extLst>
      <p:ext uri="{BB962C8B-B14F-4D97-AF65-F5344CB8AC3E}">
        <p14:creationId xmlns:p14="http://schemas.microsoft.com/office/powerpoint/2010/main" val="312219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8472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152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Садржина презентације</a:t>
            </a:r>
          </a:p>
          <a:p>
            <a:pPr marL="571500" indent="-215900" algn="just" defTabSz="457152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Актуелност теме;</a:t>
            </a:r>
          </a:p>
          <a:p>
            <a:pPr marL="571500" indent="-215900" algn="just" defTabSz="457152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Теоријска прича;</a:t>
            </a:r>
            <a:endParaRPr lang="sr-Latn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215900" algn="just" defTabSz="457152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Изазови у овој области;</a:t>
            </a:r>
          </a:p>
          <a:p>
            <a:pPr marL="571500" indent="-215900" algn="just" defTabSz="457152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Пројектни задатак са детаљним појашњењем кода.</a:t>
            </a:r>
          </a:p>
          <a:p>
            <a:pPr marL="571500" indent="-215900" algn="just" defTabSz="457152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just" defTabSz="457152" hangingPunct="1">
              <a:lnSpc>
                <a:spcPct val="100000"/>
              </a:lnSpc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just" defTabSz="457152" hangingPunct="1">
              <a:lnSpc>
                <a:spcPct val="100000"/>
              </a:lnSpc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just" defTabSz="457152" hangingPunct="1">
              <a:lnSpc>
                <a:spcPct val="100000"/>
              </a:lnSpc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just" defTabSz="457152" hangingPunct="1">
              <a:lnSpc>
                <a:spcPct val="100000"/>
              </a:lnSpc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Напомена: Користити ћирилицу!!!</a:t>
            </a: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75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152">
              <a:buFont typeface="Times New Roman" pitchFamily="18" charset="0"/>
              <a:buNone/>
              <a:defRPr/>
            </a:pPr>
            <a:r>
              <a:rPr 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Наслов теме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587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281A3F-195A-4694-A5D0-24C4C3E0C1C9}"/>
              </a:ext>
            </a:extLst>
          </p:cNvPr>
          <p:cNvSpPr/>
          <p:nvPr/>
        </p:nvSpPr>
        <p:spPr>
          <a:xfrm>
            <a:off x="0" y="284400"/>
            <a:ext cx="6840629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005E5D-4784-40CB-931B-1D8E32050ECA}"/>
              </a:ext>
            </a:extLst>
          </p:cNvPr>
          <p:cNvSpPr/>
          <p:nvPr/>
        </p:nvSpPr>
        <p:spPr>
          <a:xfrm>
            <a:off x="-464" y="225186"/>
            <a:ext cx="9144464" cy="11227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152">
              <a:buFont typeface="Times New Roman" pitchFamily="18" charset="0"/>
              <a:buNone/>
              <a:defRPr/>
            </a:pPr>
            <a:r>
              <a:rPr lang="sr-Cyrl-R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Литература</a:t>
            </a:r>
            <a:r>
              <a:rPr lang="sr-Latn-R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sr-Cyrl-R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ископирати наслове књига или радова који су коришћени</a:t>
            </a:r>
          </a:p>
        </p:txBody>
      </p:sp>
      <p:pic>
        <p:nvPicPr>
          <p:cNvPr id="2" name="Picture 2" descr="Text-to-Speech Synthesis">
            <a:extLst>
              <a:ext uri="{FF2B5EF4-FFF2-40B4-BE49-F238E27FC236}">
                <a16:creationId xmlns:a16="http://schemas.microsoft.com/office/drawing/2014/main" id="{453626DF-B6E5-403D-BC23-8D46FF52F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07143"/>
            <a:ext cx="2101324" cy="269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peech Prosody in Speech Synthesis: Modeling and generation of prosody for high  quality and flexible speech synthesis: Hirose, Keikichi, Tao, Jianhua:  9783662525012: Books - Amazon.ca">
            <a:extLst>
              <a:ext uri="{FF2B5EF4-FFF2-40B4-BE49-F238E27FC236}">
                <a16:creationId xmlns:a16="http://schemas.microsoft.com/office/drawing/2014/main" id="{72393DED-FB94-4852-B331-8A6F03B6F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329" y="1397382"/>
            <a:ext cx="2258115" cy="274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71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2255" y="1196752"/>
            <a:ext cx="8892233" cy="5778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marL="355600" algn="just" defTabSz="457152" hangingPunct="1">
              <a:lnSpc>
                <a:spcPct val="150000"/>
              </a:lnSpc>
              <a:defRPr/>
            </a:pPr>
            <a:r>
              <a:rPr lang="sr-Cyrl-RS" sz="2400" dirty="0"/>
              <a:t>Унети линкове овде...</a:t>
            </a:r>
            <a:endParaRPr lang="sr-Latn-RS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59DEF-1FC9-41A9-AAE4-B1B2547E6843}"/>
              </a:ext>
            </a:extLst>
          </p:cNvPr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846CF4-B466-4682-8D57-9140F8774A41}"/>
              </a:ext>
            </a:extLst>
          </p:cNvPr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152">
              <a:buFont typeface="Times New Roman" pitchFamily="18" charset="0"/>
              <a:buNone/>
              <a:defRPr/>
            </a:pPr>
            <a:r>
              <a:rPr 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Литература - линкови</a:t>
            </a:r>
          </a:p>
        </p:txBody>
      </p:sp>
    </p:spTree>
    <p:extLst>
      <p:ext uri="{BB962C8B-B14F-4D97-AF65-F5344CB8AC3E}">
        <p14:creationId xmlns:p14="http://schemas.microsoft.com/office/powerpoint/2010/main" val="283998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2255" y="1196752"/>
            <a:ext cx="8892233" cy="279384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marL="355600" algn="just" defTabSz="457152" hangingPunct="1">
              <a:lnSpc>
                <a:spcPct val="150000"/>
              </a:lnSpc>
              <a:defRPr/>
            </a:pPr>
            <a:r>
              <a:rPr lang="sr-Cyrl-RS" sz="2400" dirty="0"/>
              <a:t>Унети текст на </a:t>
            </a:r>
            <a:r>
              <a:rPr lang="sr-Cyrl-RS" sz="2400" b="1" dirty="0">
                <a:solidFill>
                  <a:srgbClr val="C00000"/>
                </a:solidFill>
              </a:rPr>
              <a:t>ћирилици</a:t>
            </a:r>
            <a:r>
              <a:rPr lang="sr-Cyrl-RS" sz="2400" dirty="0"/>
              <a:t>.</a:t>
            </a:r>
          </a:p>
          <a:p>
            <a:pPr marL="355600" algn="just" defTabSz="457152" hangingPunct="1">
              <a:lnSpc>
                <a:spcPct val="150000"/>
              </a:lnSpc>
              <a:defRPr/>
            </a:pPr>
            <a:r>
              <a:rPr lang="sr-Cyrl-RS" sz="2400" dirty="0"/>
              <a:t>Кодове и енглеске термине (који се не преводе) унети на </a:t>
            </a:r>
            <a:r>
              <a:rPr lang="sr-Cyrl-RS" sz="2400" b="1" dirty="0">
                <a:solidFill>
                  <a:srgbClr val="C00000"/>
                </a:solidFill>
              </a:rPr>
              <a:t>латиници</a:t>
            </a:r>
            <a:r>
              <a:rPr lang="sr-Cyrl-RS" sz="2400" dirty="0"/>
              <a:t>.</a:t>
            </a:r>
          </a:p>
          <a:p>
            <a:pPr marL="355600" algn="just" defTabSz="457152" hangingPunct="1">
              <a:lnSpc>
                <a:spcPct val="150000"/>
              </a:lnSpc>
              <a:defRPr/>
            </a:pPr>
            <a:r>
              <a:rPr lang="sr-Cyrl-RS" sz="2400" dirty="0"/>
              <a:t>Убацити илустрације примера и резулатате са детаљним појашњењима.</a:t>
            </a:r>
            <a:endParaRPr lang="sr-Latn-RS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59DEF-1FC9-41A9-AAE4-B1B2547E6843}"/>
              </a:ext>
            </a:extLst>
          </p:cNvPr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846CF4-B466-4682-8D57-9140F8774A41}"/>
              </a:ext>
            </a:extLst>
          </p:cNvPr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152">
              <a:buFont typeface="Times New Roman" pitchFamily="18" charset="0"/>
              <a:buNone/>
              <a:defRPr/>
            </a:pPr>
            <a:r>
              <a:rPr 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Унети наслов</a:t>
            </a:r>
          </a:p>
        </p:txBody>
      </p:sp>
    </p:spTree>
    <p:extLst>
      <p:ext uri="{BB962C8B-B14F-4D97-AF65-F5344CB8AC3E}">
        <p14:creationId xmlns:p14="http://schemas.microsoft.com/office/powerpoint/2010/main" val="290535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8032"/>
            <a:ext cx="712777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45197"/>
            <a:ext cx="5292080" cy="6075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1pPr>
            <a:lvl2pPr marL="741363" indent="-28416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2pPr>
            <a:lvl3pPr marL="11414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3pPr>
            <a:lvl4pPr marL="15986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4pPr>
            <a:lvl5pPr marL="2055813" indent="-227013" algn="l" defTabSz="45561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152">
              <a:buFont typeface="Times New Roman" pitchFamily="18" charset="0"/>
              <a:buNone/>
              <a:defRPr/>
            </a:pPr>
            <a:endParaRPr lang="en-GB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2" descr="Hvala na pažnji - Minđuše(Nausnice)">
            <a:extLst>
              <a:ext uri="{FF2B5EF4-FFF2-40B4-BE49-F238E27FC236}">
                <a16:creationId xmlns:a16="http://schemas.microsoft.com/office/drawing/2014/main" id="{C4015D04-06C6-481D-BE30-7B7DD94D1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22" y="1214041"/>
            <a:ext cx="7185156" cy="539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19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39425E223BB488DBD11C1820B9B3A" ma:contentTypeVersion="13" ma:contentTypeDescription="Create a new document." ma:contentTypeScope="" ma:versionID="c3c49bf9b49e7cc9fac6ef3d34d3830c">
  <xsd:schema xmlns:xsd="http://www.w3.org/2001/XMLSchema" xmlns:xs="http://www.w3.org/2001/XMLSchema" xmlns:p="http://schemas.microsoft.com/office/2006/metadata/properties" xmlns:ns2="665fbea9-7029-4f57-b1f8-90dd317467d5" xmlns:ns3="a01557c2-69c9-45ef-934d-ac831d30c76a" targetNamespace="http://schemas.microsoft.com/office/2006/metadata/properties" ma:root="true" ma:fieldsID="0fb6887f4a9fa09750db520e4e37d290" ns2:_="" ns3:_="">
    <xsd:import namespace="665fbea9-7029-4f57-b1f8-90dd317467d5"/>
    <xsd:import namespace="a01557c2-69c9-45ef-934d-ac831d30c7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fbea9-7029-4f57-b1f8-90dd317467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af6a092-5060-4be4-85e7-89201abfb9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1557c2-69c9-45ef-934d-ac831d30c76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33a5e8d-ef6b-479b-b541-508b52766956}" ma:internalName="TaxCatchAll" ma:showField="CatchAllData" ma:web="a01557c2-69c9-45ef-934d-ac831d30c7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1557c2-69c9-45ef-934d-ac831d30c76a" xsi:nil="true"/>
    <lcf76f155ced4ddcb4097134ff3c332f xmlns="665fbea9-7029-4f57-b1f8-90dd317467d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B9E2ECD-EC47-43C9-9D49-628E970BBF06}"/>
</file>

<file path=customXml/itemProps2.xml><?xml version="1.0" encoding="utf-8"?>
<ds:datastoreItem xmlns:ds="http://schemas.openxmlformats.org/officeDocument/2006/customXml" ds:itemID="{F85D39A2-EFD4-43DE-8959-26D876CD8F0D}"/>
</file>

<file path=customXml/itemProps3.xml><?xml version="1.0" encoding="utf-8"?>
<ds:datastoreItem xmlns:ds="http://schemas.openxmlformats.org/officeDocument/2006/customXml" ds:itemID="{99634095-88A5-4F7F-AC33-0A63FF3A449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13695</TotalTime>
  <Words>121</Words>
  <Application>Microsoft Office PowerPoint</Application>
  <PresentationFormat>On-screen Show (4:3)</PresentationFormat>
  <Paragraphs>31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</dc:creator>
  <cp:lastModifiedBy>Jelena</cp:lastModifiedBy>
  <cp:revision>352</cp:revision>
  <dcterms:created xsi:type="dcterms:W3CDTF">2019-01-09T23:12:31Z</dcterms:created>
  <dcterms:modified xsi:type="dcterms:W3CDTF">2026-05-19T22:45:29Z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0x010100D5B39425E223BB488DBD11C1820B9B3A</vt:lpwstr>
  </property>
</Properties>
</file>